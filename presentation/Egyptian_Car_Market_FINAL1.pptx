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208" autoAdjust="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06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188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Used Car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2025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used car prices in Egypt?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82112"/>
            <a:ext cx="4114800" cy="4114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749808"/>
          </a:xfrm>
          <a:prstGeom prst="rect">
            <a:avLst/>
          </a:prstGeom>
          <a:solidFill>
            <a:srgbClr val="EAF4F4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4980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</a:t>
            </a: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most influential factors on used car prices in Egypt?"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1168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2011680" cy="1097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164592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Cars in Egypt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715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hatla2ee.com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Kaggle — Mohamed Sewid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50592" y="1600200"/>
            <a:ext cx="201168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600200"/>
            <a:ext cx="2011680" cy="1097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33472" y="2176272"/>
            <a:ext cx="164592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drives prices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42032" y="2715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market insights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4203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buyers &amp; sellers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1600200"/>
            <a:ext cx="201168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1600200"/>
            <a:ext cx="2011680" cy="1097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9744" y="2176272"/>
            <a:ext cx="164592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(EDA)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8304" y="2715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(Dashboard)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Power Query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03136" y="1600200"/>
            <a:ext cx="201168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03136" y="1600200"/>
            <a:ext cx="2011680" cy="1097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86016" y="2176272"/>
            <a:ext cx="164592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24,128 clean records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94576" y="27157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variables studied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What We Fixed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713232"/>
            <a:ext cx="19202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24,688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7472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6312" y="713232"/>
            <a:ext cx="19202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96312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Removed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713232"/>
            <a:ext cx="1920240" cy="8686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24,128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45152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93992" y="713232"/>
            <a:ext cx="19202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749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93992" y="1225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1719072"/>
            <a:ext cx="384048" cy="47548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7190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17373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Mileage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1737360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"EGP" &amp; "Km" text — converted to real numbers for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" y="2194560"/>
            <a:ext cx="4572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377440"/>
            <a:ext cx="384048" cy="47548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3774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3957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Validation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63240" y="239572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impossible years (&lt;1900 or &gt;2025) — e.g. Peugeot 3008/5008 model numbers mistaken for years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" y="2852928"/>
            <a:ext cx="4572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035808"/>
            <a:ext cx="384048" cy="47548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05409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63240" y="3054096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 was 99% empty — extracted Automatic/Manual from the features column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" y="3511296"/>
            <a:ext cx="4572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694176"/>
            <a:ext cx="384048" cy="47548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69417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37124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Cleaning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063240" y="371246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car model names wrongly entered in the location/city field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" y="4169664"/>
            <a:ext cx="4572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4352544"/>
            <a:ext cx="384048" cy="47548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3525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43708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Outliers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063240" y="4370832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listings below EGP 30,000 — physically impossible in Egypt's current market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The Higher the Mileage, the Lower the Price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713232"/>
            <a:ext cx="228600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4980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7315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mileage increases, price goes 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7315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under 50K km sell for ~4x more than 300K+ km cars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98064"/>
            <a:ext cx="7315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alone doesn't determine price — brand matters more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9789EA-CE9F-4D84-BC60-8D0427C11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713231"/>
            <a:ext cx="6428232" cy="4378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Newer Cars Command Higher Prices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713232"/>
            <a:ext cx="2286000" cy="1188720"/>
          </a:xfrm>
          <a:prstGeom prst="rect">
            <a:avLst/>
          </a:prstGeom>
          <a:solidFill>
            <a:srgbClr val="EAF4F4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4980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73152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 year = significantly higher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73152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2022-2025 cars avg ~9x more than pre-2000 cars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98064"/>
            <a:ext cx="73152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is a stronger price driver than mileage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39488F-EF51-4697-92F0-037E70FBE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684191"/>
            <a:ext cx="6428232" cy="4459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Brand is the #1 Price Driver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713232"/>
            <a:ext cx="228600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4980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Price Factor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73152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Cadillac avg ~4.9M EGP — 7x more than Hyundai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414016"/>
            <a:ext cx="73152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luxury (Porsche, Maserati) dominate top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98064"/>
            <a:ext cx="73152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&amp; Chinese brands (Zeekr, Avatr) entering market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950E27-2F7E-4CD0-A1A2-419FEF11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825" y="650240"/>
            <a:ext cx="6454176" cy="4490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95FBCD-2DF6-43D1-9523-799F97261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548640"/>
            <a:ext cx="8686800" cy="44974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Answering the Research Question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used car prices in Egypt?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38404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335024"/>
            <a:ext cx="118872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35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Very 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48840" y="11155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Cadillac vs Hyundai = 7x price difference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1801368"/>
            <a:ext cx="384048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0136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18196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112264"/>
            <a:ext cx="118872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112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48840" y="18928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= higher price  (Correlation: +0.53)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578608"/>
            <a:ext cx="384048" cy="5669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57860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5968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2889504"/>
            <a:ext cx="1188720" cy="2011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48840" y="26700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km = lower price (Correlation: -0.47)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3355848"/>
            <a:ext cx="384048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35584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3741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3666744"/>
            <a:ext cx="1188720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666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34472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Cairo &amp; Sheikh Zayed command premium prices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133088"/>
            <a:ext cx="384048" cy="5669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13308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4443984"/>
            <a:ext cx="118872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Low-Mod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48840" y="42245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cars sell higher than Manual cars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3717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buyers: Target 2015-2019 Japanese/Korean cars under 100K km  |  For sellers: Highlight year + mileage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5029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"Brand, Year, and Mileage are the three pillars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shape used car prices in Egypt."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457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Mohamed</cp:lastModifiedBy>
  <cp:revision>5</cp:revision>
  <dcterms:created xsi:type="dcterms:W3CDTF">2026-05-09T01:00:31Z</dcterms:created>
  <dcterms:modified xsi:type="dcterms:W3CDTF">2026-05-09T08:56:24Z</dcterms:modified>
</cp:coreProperties>
</file>